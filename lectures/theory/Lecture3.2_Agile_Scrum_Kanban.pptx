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5"/>
  </p:normalViewPr>
  <p:slideViewPr>
    <p:cSldViewPr snapToGrid="0" snapToObjects="1">
      <p:cViewPr varScale="1">
        <p:scale>
          <a:sx n="113" d="100"/>
          <a:sy n="113" d="100"/>
        </p:scale>
        <p:origin x="5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59952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52560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45168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37776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30384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22992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0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08208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00816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93424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759952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052560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345168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37776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30384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222992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5600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808208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100816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393424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59952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052560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45168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37776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930384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222992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515600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808208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100816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393424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759952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52560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345168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637776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930384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222992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515600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808208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00816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393424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759952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052560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345168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637776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930384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222992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515600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808208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100816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1393424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759952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052560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345168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637776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930384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222992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515600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0808208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100816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393424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02920" y="45720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77240" y="384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ADCFC"/>
                </a:solidFill>
                <a:latin typeface="Calibri"/>
              </a:rPr>
              <a:t>DATA ENGINEERING · WEEK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210312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F2994A"/>
                </a:solidFill>
                <a:latin typeface="Calibri"/>
              </a:rPr>
              <a:t>Agile, Scrum</a:t>
            </a:r>
            <a:r>
              <a:rPr sz="4400" b="0" i="0">
                <a:solidFill>
                  <a:srgbClr val="FFFFFF"/>
                </a:solidFill>
                <a:latin typeface="Calibri"/>
              </a:rPr>
              <a:t> &amp; </a:t>
            </a:r>
            <a:r>
              <a:rPr sz="4400" b="1" i="0">
                <a:solidFill>
                  <a:srgbClr val="F2994A"/>
                </a:solidFill>
                <a:latin typeface="Calibri"/>
              </a:rPr>
              <a:t>Kanban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126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Data engineering och Agila metoder — IT Högskolan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5105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Agile, Scrum &amp; Kanban · Week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What is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Agile?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A set of values, not a specific process. Scrum and Kanban are two ways of putting it into practice.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5156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–  Deliver early and often — small, working increments instead of one big plan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–  Responding to change over rigidly following a plan set months ago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–  Continuous feedback from real users, not just a stakeholder sign-off at the end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1E2761"/>
                </a:solidFill>
                <a:latin typeface="Calibri"/>
              </a:rPr>
              <a:t>The Agile Manifesto's four values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•  Individuals &amp; interactions over processes &amp; tools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•  Working software over comprehensive documentation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•  Customer collaboration over contract negotiation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•  Responding to change over following a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Agile, Scrum &amp; Kanban · Week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Lean development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This is the mindset behind Agile: build the smallest thing that actually works, then grow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0471" y="1737360"/>
            <a:ext cx="7810752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don_lean_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91" y="1783080"/>
            <a:ext cx="771931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36191" y="6263640"/>
            <a:ext cx="771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1">
                <a:solidFill>
                  <a:srgbClr val="44506B"/>
                </a:solidFill>
                <a:latin typeface="Calibri"/>
              </a:rPr>
              <a:t>Source: Codon Consulting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Agile, Scrum &amp; Kanban · Week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Scrum: </a:t>
            </a:r>
            <a:r>
              <a:rPr sz="2700" b="0" i="0">
                <a:solidFill>
                  <a:srgbClr val="1E2761"/>
                </a:solidFill>
                <a:latin typeface="Calibri"/>
              </a:rPr>
              <a:t>a framework you adopt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5156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–  Prescribed roles, events, and a fixed cadence — you reorganise around it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–  Work happens in time-boxed sprints (1–4 weeks) — a protective container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–  Scope is locked once the Sprint Goal is set — no mid-sprint scope injection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1E2761"/>
                </a:solidFill>
                <a:latin typeface="Calibri"/>
              </a:rPr>
              <a:t>Roles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•  Product Owner, Scrum Master, Developers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50" b="1">
                <a:solidFill>
                  <a:srgbClr val="1E2761"/>
                </a:solidFill>
                <a:latin typeface="Calibri"/>
              </a:rPr>
              <a:t>Events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     •  Sprint Planning, Daily Scrum, Sprint Review, Retrospective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Agile, Scrum &amp; Kanban · Week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Kanban: </a:t>
            </a:r>
            <a:r>
              <a:rPr sz="2700" b="0" i="0">
                <a:solidFill>
                  <a:srgbClr val="1E2761"/>
                </a:solidFill>
                <a:latin typeface="Calibri"/>
              </a:rPr>
              <a:t>a method you overlay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5156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–  Start from your current process, make the work visible, improve incrementally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–  Continuous flow — no fixed iterations to wait for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–  WIP limits per column — the core mechanic that keeps flow healthy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–  Pull work when there's capacity, rather than pushing it onto people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0">
                <a:solidFill>
                  <a:srgbClr val="44506B"/>
                </a:solidFill>
                <a:latin typeface="Calibri"/>
              </a:rPr>
              <a:t>–  Has its own cadences (replenishment, delivery planning) — decoupled from a fixed sprint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Agile, Scrum &amp; Kanban · Week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Scrum vs.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Kanban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Same underlying values, two different ways of handling new, urgent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94944" y="2139696"/>
            <a:ext cx="475488" cy="47548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224942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249424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2761"/>
                </a:solidFill>
                <a:latin typeface="Calibri"/>
              </a:rPr>
              <a:t>Scrum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8036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Protects the current sprint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New urgent work waits for the sprint boundary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Best when the team needs focus and predictability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96596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27064" y="2139696"/>
            <a:ext cx="475488" cy="475488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27064" y="224942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2249424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E2761"/>
                </a:solidFill>
                <a:latin typeface="Calibri"/>
              </a:rPr>
              <a:t>Kanban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88036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Can reprioritise on any given day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Work flows continuously, one card at a time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 b="0">
                <a:solidFill>
                  <a:srgbClr val="44506B"/>
                </a:solidFill>
                <a:latin typeface="Calibri"/>
              </a:rPr>
              <a:t>–  Best when priorities shift often and fast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Agile, Scrum &amp; Kanban · Week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457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ADCFC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Put this week on a 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515600" cy="841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0" dirty="0">
                <a:solidFill>
                  <a:srgbClr val="CADCFC"/>
                </a:solidFill>
                <a:latin typeface="Calibri"/>
              </a:rPr>
              <a:t>–  Set up a GitHub Projects board for your team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0" dirty="0">
                <a:solidFill>
                  <a:srgbClr val="CADCFC"/>
                </a:solidFill>
                <a:latin typeface="Calibri"/>
              </a:rPr>
              <a:t>–  Write a one-sentence Definition of Done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0" dirty="0">
                <a:solidFill>
                  <a:srgbClr val="CADCFC"/>
                </a:solidFill>
                <a:latin typeface="Calibri"/>
              </a:rPr>
              <a:t>–  Put this morning's real work on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Agile, Scrum &amp; Kanban · Week 2  ·  Data engineering och Agila metoder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Agile, Scrum &amp; Kanban · Week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476</Words>
  <Application>Microsoft Macintosh PowerPoint</Application>
  <PresentationFormat>Bredbild</PresentationFormat>
  <Paragraphs>62</Paragraphs>
  <Slides>7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mikael huss</cp:lastModifiedBy>
  <cp:revision>2</cp:revision>
  <dcterms:created xsi:type="dcterms:W3CDTF">2013-01-27T09:14:16Z</dcterms:created>
  <dcterms:modified xsi:type="dcterms:W3CDTF">2026-08-17T11:40:43Z</dcterms:modified>
  <cp:category/>
</cp:coreProperties>
</file>