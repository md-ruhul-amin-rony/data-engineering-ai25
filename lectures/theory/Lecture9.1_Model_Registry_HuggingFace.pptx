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9373" y="1178691"/>
            <a:ext cx="103904" cy="1039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5815" y="1752202"/>
            <a:ext cx="88504" cy="885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21802" y="964532"/>
            <a:ext cx="133184" cy="133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27979" y="1455523"/>
            <a:ext cx="73554" cy="735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66862" y="883576"/>
            <a:ext cx="86648" cy="866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69099" y="1703768"/>
            <a:ext cx="125960" cy="125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85045" y="2023037"/>
            <a:ext cx="97623" cy="976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99146" y="1001111"/>
            <a:ext cx="125454" cy="1254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93342" y="529384"/>
            <a:ext cx="123792" cy="123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03517" y="1994282"/>
            <a:ext cx="167757" cy="16775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05447" y="1478352"/>
            <a:ext cx="81870" cy="818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9435" y="995359"/>
            <a:ext cx="94780" cy="947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87281" y="688225"/>
            <a:ext cx="78869" cy="788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80324" y="1036836"/>
            <a:ext cx="97050" cy="970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81318" y="942685"/>
            <a:ext cx="171931" cy="1719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29998" y="2014142"/>
            <a:ext cx="83538" cy="835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84758" y="2043658"/>
            <a:ext cx="141519" cy="1415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03586" y="485898"/>
            <a:ext cx="116631" cy="1166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9348" y="776840"/>
            <a:ext cx="86808" cy="8680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96170" y="1064574"/>
            <a:ext cx="101668" cy="1016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07777" y="1413557"/>
            <a:ext cx="166414" cy="1664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71487" y="1405643"/>
            <a:ext cx="113710" cy="1137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7097" y="1434917"/>
            <a:ext cx="110922" cy="11092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81353" y="1639713"/>
            <a:ext cx="154316" cy="1543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8688" y="2014610"/>
            <a:ext cx="152469" cy="1524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45437" y="1671030"/>
            <a:ext cx="139517" cy="13951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76017" y="711494"/>
            <a:ext cx="125785" cy="12578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640080"/>
            <a:ext cx="345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ENGINEERING · WEEK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600200"/>
            <a:ext cx="960120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Calibri"/>
              </a:rPr>
              <a:t>Model registries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00000"/>
            <a:ext cx="96012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Keep track of the model version you use · Thu 10/9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Mikael Huss  ·  IT Högskolan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What we will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 Block 1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44506B"/>
                </a:solidFill>
                <a:latin typeface="Calibri"/>
              </a:rPr>
              <a:t>     Model registries and the Hugging Face Hub. You use Monday's account and repository to store the model.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 Block 2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44506B"/>
                </a:solidFill>
                <a:latin typeface="Calibri"/>
              </a:rPr>
              <a:t>     Training pipelines: retraining, triggers, and what to record for each run.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06B"/>
                </a:solidFill>
                <a:latin typeface="Calibri"/>
              </a:rPr>
              <a:t>•  13:45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44506B"/>
                </a:solidFill>
                <a:latin typeface="Calibri"/>
              </a:rPr>
              <a:t>     Sprint review 1 and the retrospective, team by team. Sprint 1 ends today.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Bring your Monday work if it is ready. We will upload and load a model in a new Python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08604" y="1341057"/>
            <a:ext cx="114633" cy="11463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22344" y="536579"/>
            <a:ext cx="171745" cy="17174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16013" y="690057"/>
            <a:ext cx="135532" cy="1355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53531" y="1723602"/>
            <a:ext cx="155689" cy="15568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08672" y="1291119"/>
            <a:ext cx="128181" cy="1281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05821" y="1844207"/>
            <a:ext cx="87847" cy="8784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5017" y="1982291"/>
            <a:ext cx="146110" cy="1461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03211" y="704183"/>
            <a:ext cx="163812" cy="16381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07516" y="1518591"/>
            <a:ext cx="172463" cy="1724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12884" y="519628"/>
            <a:ext cx="89400" cy="894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47085" y="1071458"/>
            <a:ext cx="88639" cy="8863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80888" y="1022708"/>
            <a:ext cx="128173" cy="12817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27890" y="2016540"/>
            <a:ext cx="84950" cy="849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10742" y="1805183"/>
            <a:ext cx="151624" cy="1516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8228" y="879065"/>
            <a:ext cx="75219" cy="752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00179" y="1586134"/>
            <a:ext cx="121054" cy="1210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92466" y="726537"/>
            <a:ext cx="72171" cy="7217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78381" y="1223792"/>
            <a:ext cx="130310" cy="1303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94847" y="1372703"/>
            <a:ext cx="127064" cy="1270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37015" y="1345564"/>
            <a:ext cx="158962" cy="15896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04006" y="1179807"/>
            <a:ext cx="96363" cy="9636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49720" y="893700"/>
            <a:ext cx="103149" cy="10314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99364" y="1674942"/>
            <a:ext cx="146518" cy="14651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42547" y="1263509"/>
            <a:ext cx="89841" cy="8984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89213" y="818860"/>
            <a:ext cx="98103" cy="9810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08894" y="1131645"/>
            <a:ext cx="146072" cy="14607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7176" y="1020854"/>
            <a:ext cx="119383" cy="1193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Part 1 — Why a model needs a 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You need to know which model is running and how it was created.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A PRACTICAL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Which model is answering requests right now, and what produced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For your API code, you can look at the deployed commit. You need the same clarity for the model file. A model registry gives the model a version, a location and useful information about how it was trained.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Why git is the wrong home for a model 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00000"/>
            <a:ext cx="10800000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0000" y="155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It is generated by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2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Your Dockerfile is source code. A .pkl file is produced when training runs. They need different ways of being stored.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70000"/>
            <a:ext cx="10800000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0000" y="282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You cannot review its contents in a diff.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19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Git can show that a binary file changed, but it cannot show what changed in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40000"/>
            <a:ext cx="10800000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0000" y="409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It can make the repository large.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446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Each retraining can add another copy to the history. The repository becomes slower to work with.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A REGISTRY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A place where a model gets an identity, a history and a description.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The model file is stored together with the answers you need later: which code created it, which data it used, how it performed, and whether it should be used by the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FOUR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Record these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0000" y="1450000"/>
            <a:ext cx="7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Git SHA of the commit that ran the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170000"/>
            <a:ext cx="2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0000" y="2170000"/>
            <a:ext cx="7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Feature version, plus the date range and row count that went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890000"/>
            <a:ext cx="2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0000" y="2890000"/>
            <a:ext cx="7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model file itself, immutable once uploaded.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610000"/>
            <a:ext cx="2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0000" y="3610000"/>
            <a:ext cx="7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metrics, on which holdout, against which baseline.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3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0000" y="461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"Model v3" is not enough. A useful record also says which code and data created it, and how it performed. Then you can understand it later.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YOU NEED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You must be able to fetch the exact model that made a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Training again may produce a slightly different file because libraries, hardware and randomness can differ. Store the model file so that you can load the exact version used by the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42882" y="1892293"/>
            <a:ext cx="96112" cy="9611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63756" y="1315978"/>
            <a:ext cx="132323" cy="1323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18222" y="1861641"/>
            <a:ext cx="87150" cy="871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34863" y="667958"/>
            <a:ext cx="80860" cy="808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591" y="715376"/>
            <a:ext cx="168544" cy="1685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3466" y="713391"/>
            <a:ext cx="94587" cy="9458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32936" y="1290058"/>
            <a:ext cx="87098" cy="870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35770" y="1119520"/>
            <a:ext cx="112783" cy="11278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21493" y="1827959"/>
            <a:ext cx="108844" cy="1088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3705" y="506151"/>
            <a:ext cx="150779" cy="15077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23026" y="1800457"/>
            <a:ext cx="151635" cy="15163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02589" y="1127331"/>
            <a:ext cx="123340" cy="1233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57158" y="1143868"/>
            <a:ext cx="74468" cy="744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49183" y="1310756"/>
            <a:ext cx="77840" cy="778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32422" y="585714"/>
            <a:ext cx="90801" cy="9080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40471" y="1521531"/>
            <a:ext cx="152824" cy="1528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53248" y="979424"/>
            <a:ext cx="120219" cy="1202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41951" y="1563093"/>
            <a:ext cx="79128" cy="7912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71819" y="1270223"/>
            <a:ext cx="172681" cy="1726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31301" y="764032"/>
            <a:ext cx="94932" cy="949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64313" y="1812855"/>
            <a:ext cx="146426" cy="14642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39276" y="598269"/>
            <a:ext cx="164024" cy="16402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49071" y="1780791"/>
            <a:ext cx="153264" cy="1532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07338" y="1186278"/>
            <a:ext cx="88068" cy="880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56258" y="1240957"/>
            <a:ext cx="155865" cy="15586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24404" y="1602892"/>
            <a:ext cx="105644" cy="1056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45270" y="806202"/>
            <a:ext cx="75186" cy="7518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Part 2 — The Hugging Face 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The model registry used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It uses git and handles large files.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A Hub repository is a git repository. Large files are stored with git-LFS.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It has three repository types.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Model, dataset and Space. Your team needs a model repository.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Repositories can be private.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For this course, use a private repository and a token.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Each commit is a revision.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You can tag a revision, for example v1. That gives the model a clear version.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The API you need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39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0000" y="1580000"/>
            <a:ext cx="10400000" cy="37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from huggingface_hub import HfApi, hf_hub_download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# upload after training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HfApi().upload_file(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path_or_fileobj="model.joblib",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path_in_repo="model.joblib",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repo_id="your-team/elpris-se3",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repo_type="model",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# download when the API starts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path = hf_hub_download("your-team/elpris-se3", "model.joblib",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06B"/>
                </a:solidFill>
                <a:latin typeface="Consolas"/>
              </a:rPr>
              <a:t>                       revision="v3")   # use a fixed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3000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Use revision= to load a specific version. Without it, the API may use a different model after someone uploads a new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Three things to set up correctly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0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0000" y="145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Keep the token in GitHub Actions secrets.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82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Do not put HF_TOKEN in the repository. Read it from os.environ, as you do with DATABASE_URL.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0000" y="271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Write a model card.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08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State what the model predicts, which data it uses, how it performed and its limits.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20000"/>
            <a:ext cx="10800000" cy="1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0000" y="397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Store the model version with each prediction.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434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Then you can later tell which model made a stored prediction.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BE CLEAR ABOUT MODEL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If the model is weak for a target, say so in the model card.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Some teams may see a negative R² for peak price. That can happen when important events are missing from the features. Describe this clearly. It is useful information for anyone who will use or improve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40231" y="1953791"/>
            <a:ext cx="136528" cy="13652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54326" y="1424622"/>
            <a:ext cx="166954" cy="1669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15855" y="1630385"/>
            <a:ext cx="136274" cy="13627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93976" y="1936662"/>
            <a:ext cx="161138" cy="1611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61948" y="1108859"/>
            <a:ext cx="104265" cy="10426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75434" y="1077617"/>
            <a:ext cx="156200" cy="156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27847" y="1415191"/>
            <a:ext cx="97041" cy="9704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05552" y="1675230"/>
            <a:ext cx="128358" cy="12835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92921" y="2036060"/>
            <a:ext cx="101759" cy="10175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52840" y="1714580"/>
            <a:ext cx="156696" cy="1566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69826" y="1696987"/>
            <a:ext cx="164744" cy="1647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1086" y="1510919"/>
            <a:ext cx="83786" cy="8378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0001" y="797765"/>
            <a:ext cx="107280" cy="1072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35089" y="1808362"/>
            <a:ext cx="101080" cy="1010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53900" y="1404116"/>
            <a:ext cx="74203" cy="7420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18569" y="1116927"/>
            <a:ext cx="91464" cy="9146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640" y="706161"/>
            <a:ext cx="80591" cy="8059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60115" y="1774498"/>
            <a:ext cx="164166" cy="16416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26492" y="1642404"/>
            <a:ext cx="103981" cy="10398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1771" y="1588646"/>
            <a:ext cx="97304" cy="973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12391" y="1411347"/>
            <a:ext cx="78149" cy="7814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40362" y="1396097"/>
            <a:ext cx="152356" cy="15235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95650" y="742061"/>
            <a:ext cx="85514" cy="855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36211" y="1328659"/>
            <a:ext cx="131770" cy="1317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46163" y="1472957"/>
            <a:ext cx="89452" cy="8945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44820" y="1664376"/>
            <a:ext cx="122498" cy="12249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99807" y="1996833"/>
            <a:ext cx="80511" cy="8051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0000"/>
            <a:ext cx="100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Hands on — twenty minutes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50000"/>
            <a:ext cx="95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A model upload and a download in a new Python process.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Four steps,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Check your account and repository.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Use the account and private model repository prepared on Monday. If it is not ready, finish it now.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Create a write token and add it as a secret.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Go to Settings → Access Tokens. Add it to your GitHub repository as HF_TOKEN. Do not commit it.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Upload the model from train.py.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Use the model file that train.py creates today.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Download it in a new Python process and load it.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If this works, your team can store and retrieve its model.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00000"/>
            <a:ext cx="108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If the last step does not work, ask for help rather than skipping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The rest of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0000"/>
            <a:ext cx="1080000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Block 2 — training pipelines.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How often to retrain, what should start a run, and how to check whether a new model is better.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13:45 — sprint review 1 and the retrospective.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Working software first. The handout says exactly what the fifteen minutes are for.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06B"/>
                </a:solidFill>
                <a:latin typeface="Calibri"/>
              </a:rPr>
              <a:t>•  Friday 11/9 — cloud platform decision deadline.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     Own-data teams: data governance note also due Friday.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