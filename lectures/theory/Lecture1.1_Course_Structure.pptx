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E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7071183" y="-2057400"/>
            <a:ext cx="6172200" cy="6172200"/>
          </a:xfrm>
          <a:prstGeom prst="ellipse">
            <a:avLst/>
          </a:prstGeom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 rot="2700000">
            <a:off x="822960" y="841248"/>
            <a:ext cx="9144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Lecture 1.1 · Data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data engineering </a:t>
            </a:r>
            <a:r>
              <a:rPr lang="en-US" sz="44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journey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starts with this course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will build, in what order, and what is expected of you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Mikael Huss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IT-Högskolan, Stockholm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goal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the end you will have shipped a pipeline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 notebook on your laptop — a scheduled pipeline that runs on someone else's machine, in the cloud, without you pressing play.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834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97480" y="28346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2697480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2834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28346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4572000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28346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6446520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1000" y="2834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21040" y="28346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8321040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11480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051560" y="42793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chain, five times over: first by hand, then in a container, then orchestrated, then automated, then on the cloud.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Contents · 1 of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19933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data engineering?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rot="2700000">
            <a:off x="1051560" y="27797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252728" y="2679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role actually 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2700000">
            <a:off x="1051560" y="328269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252728" y="318211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models break in production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2700000">
            <a:off x="1051560" y="3785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252728" y="368503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drift and pipeline debt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182880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466344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9933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new best friends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 rot="2700000">
            <a:off x="4663440" y="27797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4864608" y="2679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and Bash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2700000">
            <a:off x="4663440" y="328269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4864608" y="318211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and version control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2700000">
            <a:off x="4663440" y="3785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4864608" y="368503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terminal as an interface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182880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827532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23960" y="19933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Working like a team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 rot="2700000">
            <a:off x="8275320" y="27797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8476488" y="2679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Agile project practice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2700000">
            <a:off x="8275320" y="328269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3" name="Text 31"/>
          <p:cNvSpPr/>
          <p:nvPr/>
        </p:nvSpPr>
        <p:spPr>
          <a:xfrm>
            <a:off x="8476488" y="318211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Security, regulation &amp; ethics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rot="2700000">
            <a:off x="8275320" y="3785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8476488" y="368503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review and conventions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Contents · 2 of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 &amp; shipping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19933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Package &amp; reproduce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rot="2700000">
            <a:off x="1051560" y="27797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252728" y="2679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containers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2700000">
            <a:off x="1051560" y="328269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252728" y="318211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Reproducible dev environments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2700000">
            <a:off x="1051560" y="3785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252728" y="368503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Pre-commit hooks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182880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466344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9933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 rot="2700000">
            <a:off x="4663440" y="27797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4864608" y="2679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Orchestrating pipelines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2700000">
            <a:off x="4663440" y="328269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4864608" y="318211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Actions for CI/CD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2700000">
            <a:off x="4663440" y="3785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4864608" y="368503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to Azure (IT permitting)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182880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827532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23960" y="19933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 the landscape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 rot="2700000">
            <a:off x="8275320" y="27797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8476488" y="2679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platforms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2700000">
            <a:off x="8275320" y="328269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3" name="Text 31"/>
          <p:cNvSpPr/>
          <p:nvPr/>
        </p:nvSpPr>
        <p:spPr>
          <a:xfrm>
            <a:off x="8476488" y="318211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modern data stack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rot="2700000">
            <a:off x="8275320" y="3785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8476488" y="368503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 &amp; serving ML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course runs from week 33 to week 41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5156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Fundamentals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3291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 33 · 34 · 35 · 36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5669280" cy="1920240"/>
          </a:xfrm>
          <a:prstGeom prst="roundRect">
            <a:avLst>
              <a:gd name="adj" fmla="val 5714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46177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&amp; in-depth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 37 · 38 · 39 · 40 · 41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rot="2700000">
            <a:off x="822960" y="465429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1024128" y="4553712"/>
            <a:ext cx="10314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1 is lectures plus small hands-on exercises, one tool at a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2700000">
            <a:off x="822960" y="511149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1024128" y="5010912"/>
            <a:ext cx="10314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2 is one running project — the tools from part 1, used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session: a little theory, then your hands on keys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this tool exists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23591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 it solves, with a real example.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33192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handful of commands or concepts you actually need.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931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build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4279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Exercises in tiers — core first, then stretch.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874520"/>
            <a:ext cx="4754880" cy="2377440"/>
          </a:xfrm>
          <a:prstGeom prst="roundRect">
            <a:avLst>
              <a:gd name="adj" fmla="val 4615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685800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TO BRING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2700000">
            <a:off x="6858000" y="268833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7059168" y="2587752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laptop with a terminal you can type 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2700000">
            <a:off x="6858000" y="32552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7059168" y="3154680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GitHub account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2700000">
            <a:off x="6858000" y="3822192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7059168" y="3721608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during the lecture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habits that decide how this course goes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 the commands yourself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28600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a pipeline is not the same as having built one.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92608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Commit small and often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29184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git history is part of how the project is read.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93192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unstuck out loud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29768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Stuck for an hour: ask. Stuck for a week in silence: avoidable.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02920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51560" y="519379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Next: why data engineering — what breaks when a model leaves your laptop.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Macintosh PowerPoint</Application>
  <PresentationFormat>Bredbild</PresentationFormat>
  <Paragraphs>106</Paragraphs>
  <Slides>7</Slides>
  <Notes>7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3" baseType="lpstr">
      <vt:lpstr>Space Grotesk</vt:lpstr>
      <vt:lpstr>Aptos</vt:lpstr>
      <vt:lpstr>Arial</vt:lpstr>
      <vt:lpstr>IBM Plex Mono</vt:lpstr>
      <vt:lpstr>IBM Plex Sans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mikael huss</cp:lastModifiedBy>
  <cp:revision>5</cp:revision>
  <dcterms:created xsi:type="dcterms:W3CDTF">2026-07-31T11:07:30Z</dcterms:created>
  <dcterms:modified xsi:type="dcterms:W3CDTF">2026-08-10T19:30:35Z</dcterms:modified>
</cp:coreProperties>
</file>