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3"/>
  </p:normalViewPr>
  <p:slideViewPr>
    <p:cSldViewPr snapToGrid="0" snapToObjects="1">
      <p:cViewPr varScale="1">
        <p:scale>
          <a:sx n="113" d="100"/>
          <a:sy n="113" d="100"/>
        </p:scale>
        <p:origin x="5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449373" y="1178691"/>
            <a:ext cx="103904" cy="10390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445815" y="1752202"/>
            <a:ext cx="88504" cy="8850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121802" y="964532"/>
            <a:ext cx="133184" cy="13318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427979" y="1455523"/>
            <a:ext cx="73554" cy="7355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766862" y="883576"/>
            <a:ext cx="86648" cy="8664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469099" y="1703768"/>
            <a:ext cx="125960" cy="12596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585045" y="2023037"/>
            <a:ext cx="97623" cy="97623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99146" y="1001111"/>
            <a:ext cx="125454" cy="12545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993342" y="529384"/>
            <a:ext cx="123792" cy="12379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403517" y="1994282"/>
            <a:ext cx="167757" cy="167757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805447" y="1478352"/>
            <a:ext cx="81870" cy="8187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759435" y="995359"/>
            <a:ext cx="94780" cy="9478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987281" y="688225"/>
            <a:ext cx="78869" cy="7886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180324" y="1036836"/>
            <a:ext cx="97050" cy="9705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181318" y="942685"/>
            <a:ext cx="171931" cy="171931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129998" y="2014142"/>
            <a:ext cx="83538" cy="8353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084758" y="2043658"/>
            <a:ext cx="141519" cy="14151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103586" y="485898"/>
            <a:ext cx="116631" cy="116631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479348" y="776840"/>
            <a:ext cx="86808" cy="8680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796170" y="1064574"/>
            <a:ext cx="101668" cy="10166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807777" y="1413557"/>
            <a:ext cx="166414" cy="16641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871487" y="1405643"/>
            <a:ext cx="113710" cy="11371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1157097" y="1434917"/>
            <a:ext cx="110922" cy="11092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181353" y="1639713"/>
            <a:ext cx="154316" cy="15431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978688" y="2014610"/>
            <a:ext cx="152469" cy="152469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1245437" y="1671030"/>
            <a:ext cx="139517" cy="139517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476017" y="711494"/>
            <a:ext cx="125785" cy="125785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40080" y="640080"/>
            <a:ext cx="3450000" cy="400000"/>
          </a:xfrm>
          <a:prstGeom prst="roundRect">
            <a:avLst>
              <a:gd name="adj" fmla="val 50000"/>
            </a:avLst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WEEK 7 · FRIDAY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1600200"/>
            <a:ext cx="9601200" cy="1938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0">
                <a:solidFill>
                  <a:srgbClr val="FFFFFF"/>
                </a:solidFill>
                <a:latin typeface="Calibri"/>
              </a:rPr>
              <a:t>From a local API to a public service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200000"/>
            <a:ext cx="960120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CADCFC"/>
                </a:solidFill>
                <a:latin typeface="Calibri"/>
              </a:rPr>
              <a:t>Render is next week’s deployment step. Today, understand the path and identify your team’s next gap.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750000"/>
            <a:ext cx="96012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CADCFC"/>
                </a:solidFill>
                <a:latin typeface="Calibri"/>
              </a:rPr>
              <a:t>Mikael Huss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Data engineering och agila metoder · AIM25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CADCFC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Week 7 and Week 8 are deliberately different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50000"/>
            <a:ext cx="5150000" cy="41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2920" y="1620000"/>
            <a:ext cx="4750000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This week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2920" y="2100000"/>
            <a:ext cx="4750000" cy="3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•  Make FastAPI work locally.</a:t>
            </a:r>
          </a:p>
          <a:p>
            <a:pPr algn="l">
              <a:spcAft>
                <a:spcPts val="200"/>
              </a:spcAft>
            </a:pPr>
            <a:endParaRPr sz="1400" b="0">
              <a:solidFill>
                <a:srgbClr val="44506B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•  Check /health and one local /predict request.</a:t>
            </a:r>
          </a:p>
          <a:p>
            <a:pPr algn="l">
              <a:spcAft>
                <a:spcPts val="200"/>
              </a:spcAft>
            </a:pPr>
            <a:endParaRPr sz="1400" b="0">
              <a:solidFill>
                <a:srgbClr val="44506B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•  Use a selected model version.</a:t>
            </a:r>
          </a:p>
          <a:p>
            <a:pPr algn="l">
              <a:spcAft>
                <a:spcPts val="200"/>
              </a:spcAft>
            </a:pPr>
            <a:endParaRPr sz="1400" b="0">
              <a:solidFill>
                <a:srgbClr val="44506B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•  Be clear about the next missing step.</a:t>
            </a:r>
          </a:p>
          <a:p>
            <a:pPr algn="l">
              <a:spcAft>
                <a:spcPts val="200"/>
              </a:spcAft>
            </a:pPr>
            <a:endParaRPr sz="1400" b="0">
              <a:solidFill>
                <a:srgbClr val="44506B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152920" y="1450000"/>
            <a:ext cx="5150000" cy="41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2920" y="1620000"/>
            <a:ext cx="4750000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Next week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2920" y="2100000"/>
            <a:ext cx="4750000" cy="3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•  Add a Dockerfile.</a:t>
            </a:r>
          </a:p>
          <a:p>
            <a:pPr algn="l">
              <a:spcAft>
                <a:spcPts val="200"/>
              </a:spcAft>
            </a:pPr>
            <a:endParaRPr sz="1400" b="0">
              <a:solidFill>
                <a:srgbClr val="44506B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•  Deploy the service on Render.</a:t>
            </a:r>
          </a:p>
          <a:p>
            <a:pPr algn="l">
              <a:spcAft>
                <a:spcPts val="200"/>
              </a:spcAft>
            </a:pPr>
            <a:endParaRPr sz="1400" b="0">
              <a:solidFill>
                <a:srgbClr val="44506B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•  Test a public URL.</a:t>
            </a:r>
          </a:p>
          <a:p>
            <a:pPr algn="l">
              <a:spcAft>
                <a:spcPts val="200"/>
              </a:spcAft>
            </a:pPr>
            <a:endParaRPr sz="1400" b="0">
              <a:solidFill>
                <a:srgbClr val="44506B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•  Add prediction logging.</a:t>
            </a:r>
          </a:p>
          <a:p>
            <a:pPr algn="l">
              <a:spcAft>
                <a:spcPts val="200"/>
              </a:spcAft>
            </a:pPr>
            <a:endParaRPr sz="1400" b="0">
              <a:solidFill>
                <a:srgbClr val="44506B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AIM25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WHAT RENDER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Render can run a web service from your GitHub repository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50000"/>
            <a:ext cx="10800000" cy="9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0000" y="1500000"/>
            <a:ext cx="10400000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Your repository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1870000"/>
            <a:ext cx="1040000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It contains the FastAPI app, the Dockerfile, and the files needed to build the service.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360000"/>
            <a:ext cx="10800000" cy="9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0000" y="2510000"/>
            <a:ext cx="10400000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Render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000" y="2880000"/>
            <a:ext cx="1040000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It reads one selected Git commit, builds the container, and starts the service.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370000"/>
            <a:ext cx="10800000" cy="9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0000" y="3520000"/>
            <a:ext cx="10400000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A public HTTPS URL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000" y="3890000"/>
            <a:ext cx="1040000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Render gives the running service an address that another person can open and test.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380000"/>
            <a:ext cx="10800000" cy="9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0000" y="4530000"/>
            <a:ext cx="10400000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Your responsibility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000" y="4900000"/>
            <a:ext cx="1040000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Keep the service small, configure it safely, and test the endpoints after deployment.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AIM25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LOCAL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Make this work before Docker or Render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50000"/>
            <a:ext cx="10800000" cy="23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0000" y="1580000"/>
            <a:ext cx="10400000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From the repository root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1930000"/>
            <a:ext cx="10400000" cy="16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onsolas"/>
              </a:rPr>
              <a:t>uv sync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onsolas"/>
              </a:rPr>
              <a:t>uv run uvicorn app.main:app --reload</a:t>
            </a:r>
          </a:p>
          <a:p>
            <a:pPr algn="l">
              <a:spcAft>
                <a:spcPts val="200"/>
              </a:spcAft>
            </a:pPr>
            <a:endParaRPr sz="1500" b="0">
              <a:solidFill>
                <a:srgbClr val="44506B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onsolas"/>
              </a:rPr>
              <a:t>GET  http://127.0.0.1:8000/health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44506B"/>
                </a:solidFill>
                <a:latin typeface="Consolas"/>
              </a:rPr>
              <a:t>POST http://127.0.0.1:8000/predict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990000"/>
            <a:ext cx="108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/health should confirm that the app started and the selected model can load. /predict should return one prediction or a clear error. Do not deploy a service that is not useful locally.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AIM25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THE ROUTE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The GitHub-to-Render path, in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0000" y="1450000"/>
            <a:ext cx="30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1. Local FastAPI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0000" y="1450000"/>
            <a:ext cx="65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4506B"/>
                </a:solidFill>
                <a:latin typeface="Calibri"/>
              </a:rPr>
              <a:t>The app starts on your computer. /health works before you test anything more complicated.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00" y="2170000"/>
            <a:ext cx="30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2. Dockerfile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0000" y="2170000"/>
            <a:ext cx="65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4506B"/>
                </a:solidFill>
                <a:latin typeface="Calibri"/>
              </a:rPr>
              <a:t>Docker describes how the same app and its dependencies should run elsewhere.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890000"/>
            <a:ext cx="30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3. GitHub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0000" y="2890000"/>
            <a:ext cx="65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4506B"/>
                </a:solidFill>
                <a:latin typeface="Calibri"/>
              </a:rPr>
              <a:t>The Dockerfile and application code are committed. CI can check the repository first.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610000"/>
            <a:ext cx="30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4. Render 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0000" y="3610000"/>
            <a:ext cx="65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4506B"/>
                </a:solidFill>
                <a:latin typeface="Calibri"/>
              </a:rPr>
              <a:t>Render builds the selected commit, starts the container, and supplies a port and URL.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000" y="4330000"/>
            <a:ext cx="30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5. Public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0000" y="4330000"/>
            <a:ext cx="65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4506B"/>
                </a:solidFill>
                <a:latin typeface="Calibri"/>
              </a:rPr>
              <a:t>First open /health. Then test /predict with a known request and save the result.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150000"/>
            <a:ext cx="10800000" cy="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0000" y="5330000"/>
            <a:ext cx="104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E2761"/>
                </a:solidFill>
                <a:latin typeface="Calibri"/>
              </a:rPr>
              <a:t>This is the week 8 path. It is a map for today, not a checklist to finish before you leave.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AIM25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Use environment variables for values that differ between environments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0000" y="1450000"/>
            <a:ext cx="30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DATABASE_URL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0000" y="1450000"/>
            <a:ext cx="65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4506B"/>
                </a:solidFill>
                <a:latin typeface="Calibri"/>
              </a:rPr>
              <a:t>The Neon connection string. Never commit it to GitHub.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00" y="2170000"/>
            <a:ext cx="30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PRICE_AREA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0000" y="2170000"/>
            <a:ext cx="65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4506B"/>
                </a:solidFill>
                <a:latin typeface="Calibri"/>
              </a:rPr>
              <a:t>For example SE3. This is configuration, not a secret, but keeping it outside the code is still useful.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890000"/>
            <a:ext cx="30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HF_MODEL_REPO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0000" y="2890000"/>
            <a:ext cx="65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4506B"/>
                </a:solidFill>
                <a:latin typeface="Calibri"/>
              </a:rPr>
              <a:t>The model repository to load.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610000"/>
            <a:ext cx="30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MODEL_REVISION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0000" y="3610000"/>
            <a:ext cx="65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4506B"/>
                </a:solidFill>
                <a:latin typeface="Calibri"/>
              </a:rPr>
              <a:t>A fixed tag or commit SHA. Do not deploy main or latest.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000" y="4330000"/>
            <a:ext cx="30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HF_TOKEN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0000" y="4330000"/>
            <a:ext cx="655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4506B"/>
                </a:solidFill>
                <a:latin typeface="Calibri"/>
              </a:rPr>
              <a:t>Only needed for a private model repository. Store it as a secret.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150000"/>
            <a:ext cx="10800000" cy="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0000" y="5330000"/>
            <a:ext cx="104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E2761"/>
                </a:solidFill>
                <a:latin typeface="Calibri"/>
              </a:rPr>
              <a:t>A local .env file is for local work. Render receives the same values through its environment-variable settings.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AIM25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00000"/>
            <a:ext cx="75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994A"/>
                </a:solidFill>
                <a:latin typeface="Calibri"/>
              </a:rPr>
              <a:t>SIMPLE SERVICE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0000"/>
            <a:ext cx="108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761"/>
                </a:solidFill>
                <a:latin typeface="Calibri"/>
              </a:rPr>
              <a:t>Next week, the first Render deployment is only five small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50000"/>
            <a:ext cx="10800000" cy="8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0000" y="1400000"/>
            <a:ext cx="10400000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1. Create a Web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1770000"/>
            <a:ext cx="1040000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Connect Render to the GitHub repository.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20000"/>
            <a:ext cx="10800000" cy="8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0000" y="2270000"/>
            <a:ext cx="10400000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2. Use the Dockerfile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000" y="2640000"/>
            <a:ext cx="1040000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Render builds the app from the repository. Keep the build instructions in the repo.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990000"/>
            <a:ext cx="10800000" cy="8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0000" y="3140000"/>
            <a:ext cx="10400000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3. Add configuration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000" y="3510000"/>
            <a:ext cx="1040000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Enter the required environment variables and secrets in Render, not in a commit.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860000"/>
            <a:ext cx="10800000" cy="8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0000" y="4010000"/>
            <a:ext cx="10400000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4. Deploy one commit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000" y="4380000"/>
            <a:ext cx="1040000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Wait for Render to report that the service is live.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730000"/>
            <a:ext cx="10800000" cy="8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0000" y="4880000"/>
            <a:ext cx="10400000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5. Test the URL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000" y="5250000"/>
            <a:ext cx="1040000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Open /health first. Test /predict only after /health is useful.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Data engineering och agila metoder · AIM25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AA6C4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667</Words>
  <Application>Microsoft Macintosh PowerPoint</Application>
  <PresentationFormat>Bredbild</PresentationFormat>
  <Paragraphs>93</Paragraphs>
  <Slides>7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3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mikael huss</cp:lastModifiedBy>
  <cp:revision>3</cp:revision>
  <dcterms:created xsi:type="dcterms:W3CDTF">2013-01-27T09:14:16Z</dcterms:created>
  <dcterms:modified xsi:type="dcterms:W3CDTF">2026-09-24T19:19:35Z</dcterms:modified>
  <cp:category/>
</cp:coreProperties>
</file>