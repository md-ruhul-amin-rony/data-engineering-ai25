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49373" y="1178691"/>
            <a:ext cx="103904" cy="10390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5815" y="1752202"/>
            <a:ext cx="88504" cy="8850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21802" y="964532"/>
            <a:ext cx="133184" cy="13318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27979" y="1455523"/>
            <a:ext cx="73554" cy="7355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66862" y="883576"/>
            <a:ext cx="86648" cy="8664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69099" y="1703768"/>
            <a:ext cx="125960" cy="12596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85045" y="2023037"/>
            <a:ext cx="97623" cy="9762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99146" y="1001111"/>
            <a:ext cx="125454" cy="12545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93342" y="529384"/>
            <a:ext cx="123792" cy="12379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403517" y="1994282"/>
            <a:ext cx="167757" cy="167757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05447" y="1478352"/>
            <a:ext cx="81870" cy="8187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59435" y="995359"/>
            <a:ext cx="94780" cy="9478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987281" y="688225"/>
            <a:ext cx="78869" cy="7886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180324" y="1036836"/>
            <a:ext cx="97050" cy="9705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181318" y="942685"/>
            <a:ext cx="171931" cy="17193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129998" y="2014142"/>
            <a:ext cx="83538" cy="8353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84758" y="2043658"/>
            <a:ext cx="141519" cy="14151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03586" y="485898"/>
            <a:ext cx="116631" cy="11663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79348" y="776840"/>
            <a:ext cx="86808" cy="8680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96170" y="1064574"/>
            <a:ext cx="101668" cy="10166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807777" y="1413557"/>
            <a:ext cx="166414" cy="16641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871487" y="1405643"/>
            <a:ext cx="113710" cy="11371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157097" y="1434917"/>
            <a:ext cx="110922" cy="11092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181353" y="1639713"/>
            <a:ext cx="154316" cy="15431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978688" y="2014610"/>
            <a:ext cx="152469" cy="15246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45437" y="1671030"/>
            <a:ext cx="139517" cy="139517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76017" y="711494"/>
            <a:ext cx="125785" cy="125785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0080" y="640080"/>
            <a:ext cx="3450000" cy="400000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DATA ENGINEERING · WEEK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1600200"/>
            <a:ext cx="9601200" cy="193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0">
                <a:solidFill>
                  <a:srgbClr val="FFFFFF"/>
                </a:solidFill>
                <a:latin typeface="Calibri"/>
              </a:rPr>
              <a:t>Training pipelines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200000"/>
            <a:ext cx="960120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Retraining, triggers, and what to record · Thu 10/9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750000"/>
            <a:ext cx="96012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CADCFC"/>
                </a:solidFill>
                <a:latin typeface="Calibri"/>
              </a:rPr>
              <a:t>Mikael Huss  ·  IT Högskolan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Data Engineering och Agila metoder · Week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WHERE THIS BLOCK STARTS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300000"/>
            <a:ext cx="11000000" cy="2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Training is a step in your pipeline.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400000"/>
            <a:ext cx="1080000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It should be possible to run it without opening a notebook. The run needs named inputs, clear checks, and a model file that can be found later.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THE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Five steps, in this order, every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000" y="1450000"/>
            <a:ext cx="19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0000" y="1450000"/>
            <a:ext cx="76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Read stg__, build feat__daily. Build it this week; schedule it once it works.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2170000"/>
            <a:ext cx="19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Train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0000" y="2170000"/>
            <a:ext cx="76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Read feat__ for a named date range. Write a model file.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890000"/>
            <a:ext cx="19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Evaluate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0000" y="2890000"/>
            <a:ext cx="76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Score on held-out data. Compare against the naive baseline and against the model currently serving.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610000"/>
            <a:ext cx="19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Register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0000" y="3610000"/>
            <a:ext cx="76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Upload the artifact with its metrics and lineage. Only if evaluate said yes.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000" y="4330000"/>
            <a:ext cx="19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Serve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0000" y="4330000"/>
            <a:ext cx="76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The API pins a revision. Changing which model serves is a deliberate act.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150000"/>
            <a:ext cx="10800000" cy="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00000" y="5330000"/>
            <a:ext cx="104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2761"/>
                </a:solidFill>
                <a:latin typeface="Calibri"/>
              </a:rPr>
              <a:t>The check between Evaluate and Register matters. Upload a new model only if the evaluation shows that it should replace the current one.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08604" y="1341057"/>
            <a:ext cx="114633" cy="11463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22344" y="536579"/>
            <a:ext cx="171745" cy="171745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16013" y="690057"/>
            <a:ext cx="135532" cy="13553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153531" y="1723602"/>
            <a:ext cx="155689" cy="15568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08672" y="1291119"/>
            <a:ext cx="128181" cy="12818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05821" y="1844207"/>
            <a:ext cx="87847" cy="87847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25017" y="1982291"/>
            <a:ext cx="146110" cy="14611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03211" y="704183"/>
            <a:ext cx="163812" cy="16381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07516" y="1518591"/>
            <a:ext cx="172463" cy="17246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12884" y="519628"/>
            <a:ext cx="89400" cy="8940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47085" y="1071458"/>
            <a:ext cx="88639" cy="8863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880888" y="1022708"/>
            <a:ext cx="128173" cy="12817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027890" y="2016540"/>
            <a:ext cx="84950" cy="8495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110742" y="1805183"/>
            <a:ext cx="151624" cy="15162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978228" y="879065"/>
            <a:ext cx="75219" cy="7521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00179" y="1586134"/>
            <a:ext cx="121054" cy="12105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892466" y="726537"/>
            <a:ext cx="72171" cy="7217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078381" y="1223792"/>
            <a:ext cx="130310" cy="13031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94847" y="1372703"/>
            <a:ext cx="127064" cy="12706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237015" y="1345564"/>
            <a:ext cx="158962" cy="15896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804006" y="1179807"/>
            <a:ext cx="96363" cy="9636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849720" y="893700"/>
            <a:ext cx="103149" cy="10314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99364" y="1674942"/>
            <a:ext cx="146518" cy="14651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042547" y="1263509"/>
            <a:ext cx="89841" cy="8984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689213" y="818860"/>
            <a:ext cx="98103" cy="9810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008894" y="1131645"/>
            <a:ext cx="146072" cy="14607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07176" y="1020854"/>
            <a:ext cx="119383" cy="11938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200000"/>
            <a:ext cx="100000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Why retrain at 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250000"/>
            <a:ext cx="95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There are several valid reasons to train a new model.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Data Engineering och Agila metoder · Week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Reasons to retrain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0000"/>
            <a:ext cx="10800000" cy="4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44506B"/>
                </a:solidFill>
                <a:latin typeface="Calibri"/>
              </a:rPr>
              <a:t>•  You have more data.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     This is the most common reason. A model trained on four months of data may improve when it has twelve months.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44506B"/>
                </a:solidFill>
                <a:latin typeface="Calibri"/>
              </a:rPr>
              <a:t>•  The relationship changed — concept drift.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     The link between features and target has changed. Energy prices in 2022 and 2026 may respond differently to temperature and wind.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44506B"/>
                </a:solidFill>
                <a:latin typeface="Calibri"/>
              </a:rPr>
              <a:t>•  The inputs changed — data drift.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     The features still mean the same thing, but their values now look different. For example, a model trained in winter meets a heatwave.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44506B"/>
                </a:solidFill>
                <a:latin typeface="Calibri"/>
              </a:rPr>
              <a:t>•  Your pipeline changed.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     You fixed a timezone bug, added a feature or changed an aggregation. The old model was trained on data that has changed.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MORE DATA IS NOT ENOUGH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300000"/>
            <a:ext cx="11000000" cy="2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A new model must be evaluated before it replaces the current model.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400000"/>
            <a:ext cx="1080000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More data can justify a new training run, but it does not prove that the result is better. Check the new model before using it in the API.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042882" y="1892293"/>
            <a:ext cx="96112" cy="9611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63756" y="1315978"/>
            <a:ext cx="132323" cy="13232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18222" y="1861641"/>
            <a:ext cx="87150" cy="8715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34863" y="667958"/>
            <a:ext cx="80860" cy="8086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77591" y="715376"/>
            <a:ext cx="168544" cy="16854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83466" y="713391"/>
            <a:ext cx="94587" cy="94587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32936" y="1290058"/>
            <a:ext cx="87098" cy="8709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35770" y="1119520"/>
            <a:ext cx="112783" cy="11278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21493" y="1827959"/>
            <a:ext cx="108844" cy="10884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63705" y="506151"/>
            <a:ext cx="150779" cy="15077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23026" y="1800457"/>
            <a:ext cx="151635" cy="151635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02589" y="1127331"/>
            <a:ext cx="123340" cy="12334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57158" y="1143868"/>
            <a:ext cx="74468" cy="7446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049183" y="1310756"/>
            <a:ext cx="77840" cy="7784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932422" y="585714"/>
            <a:ext cx="90801" cy="9080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340471" y="1521531"/>
            <a:ext cx="152824" cy="15282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53248" y="979424"/>
            <a:ext cx="120219" cy="12021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141951" y="1563093"/>
            <a:ext cx="79128" cy="7912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571819" y="1270223"/>
            <a:ext cx="172681" cy="17268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31301" y="764032"/>
            <a:ext cx="94932" cy="9493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364313" y="1812855"/>
            <a:ext cx="146426" cy="14642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839276" y="598269"/>
            <a:ext cx="164024" cy="16402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49071" y="1780791"/>
            <a:ext cx="153264" cy="15326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807338" y="1186278"/>
            <a:ext cx="88068" cy="8806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56258" y="1240957"/>
            <a:ext cx="155865" cy="155865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24404" y="1602892"/>
            <a:ext cx="105644" cy="10564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945270" y="806202"/>
            <a:ext cx="75186" cy="7518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200000"/>
            <a:ext cx="100000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Triggers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250000"/>
            <a:ext cx="95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Decide what starts a training run.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Data Engineering och Agila metoder · Week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TRIGGERS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Four ways to start a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000" y="1450000"/>
            <a:ext cx="20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Scheduled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50000" y="1450000"/>
            <a:ext cx="75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Cron. It runs at a set time, whether or not the data has changed.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2210000"/>
            <a:ext cx="20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50000" y="2210000"/>
            <a:ext cx="75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"When N new rows have arrived." This links training to an increase in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970000"/>
            <a:ext cx="20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50000" y="2970000"/>
            <a:ext cx="75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"When rolling error crosses a threshold." This needs monitoring, which you will cover in week 7.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730000"/>
            <a:ext cx="20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Manual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50000" y="3730000"/>
            <a:ext cx="75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A workflow_dispatch button. Keep it so that you can start a run when needed.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90000"/>
            <a:ext cx="10800000" cy="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00000" y="4770000"/>
            <a:ext cx="104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2761"/>
                </a:solidFill>
                <a:latin typeface="Calibri"/>
              </a:rPr>
              <a:t>For this project, use scheduled and manual runs. In your report, explain what you would use if you also had monitoring.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HOW OFTEN, FOR YOUR PROJECT?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300000"/>
            <a:ext cx="11000000" cy="2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You gain about one labelled row per day. A weekly schedule is reasonable.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400000"/>
            <a:ext cx="1080000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Weekly or monthly retraining can be justified. Nightly training adds very little new data each time, uses compute and creates more model versions to keep track of. Choose a schedule that fits your data volume.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THE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Champion and challenger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00000"/>
            <a:ext cx="10800000" cy="11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00000" y="1550000"/>
            <a:ext cx="1040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The champion is the model used by the API now.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1920000"/>
            <a:ext cx="1040000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Its metrics are stored in the registry, using a named holdout period.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70000"/>
            <a:ext cx="10800000" cy="11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00000" y="2820000"/>
            <a:ext cx="1040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The challenger is the model you just trained.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000" y="3190000"/>
            <a:ext cx="1040000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Evaluate it with the same data period and the same metric.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940000"/>
            <a:ext cx="10800000" cy="11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00000" y="4090000"/>
            <a:ext cx="1040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Use the challenger only if it performs better.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000" y="4460000"/>
            <a:ext cx="1040000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If it performs worse, the training run can still be successful. Keep the current model and record the result.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ALWAYS COMPARE WITH A SIMPLE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300000"/>
            <a:ext cx="11000000" cy="2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If the model cannot beat "tomorrow looks like today", do not use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400000"/>
            <a:ext cx="1080000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Calculate the naive baseline for every run and store its score next to the model score. This can reveal a broken feature pipeline, an empty training set or missing values.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40231" y="1953791"/>
            <a:ext cx="136528" cy="13652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54326" y="1424622"/>
            <a:ext cx="166954" cy="16695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15855" y="1630385"/>
            <a:ext cx="136274" cy="13627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93976" y="1936662"/>
            <a:ext cx="161138" cy="16113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61948" y="1108859"/>
            <a:ext cx="104265" cy="104265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75434" y="1077617"/>
            <a:ext cx="156200" cy="15620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27847" y="1415191"/>
            <a:ext cx="97041" cy="9704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05552" y="1675230"/>
            <a:ext cx="128358" cy="12835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92921" y="2036060"/>
            <a:ext cx="101759" cy="10175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652840" y="1714580"/>
            <a:ext cx="156696" cy="15669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69826" y="1696987"/>
            <a:ext cx="164744" cy="16474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21086" y="1510919"/>
            <a:ext cx="83786" cy="8378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0001" y="797765"/>
            <a:ext cx="107280" cy="10728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135089" y="1808362"/>
            <a:ext cx="101080" cy="10108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753900" y="1404116"/>
            <a:ext cx="74203" cy="7420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818569" y="1116927"/>
            <a:ext cx="91464" cy="9146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81640" y="706161"/>
            <a:ext cx="80591" cy="8059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160115" y="1774498"/>
            <a:ext cx="164166" cy="16416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26492" y="1642404"/>
            <a:ext cx="103981" cy="10398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1771" y="1588646"/>
            <a:ext cx="97304" cy="9730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12391" y="1411347"/>
            <a:ext cx="78149" cy="7814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840362" y="1396097"/>
            <a:ext cx="152356" cy="15235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95650" y="742061"/>
            <a:ext cx="85514" cy="8551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36211" y="1328659"/>
            <a:ext cx="131770" cy="13177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246163" y="1472957"/>
            <a:ext cx="89452" cy="8945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544820" y="1664376"/>
            <a:ext cx="122498" cy="12249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999807" y="1996833"/>
            <a:ext cx="80511" cy="8051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200000"/>
            <a:ext cx="100000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What to write 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250000"/>
            <a:ext cx="95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Record enough information to understand each training run later.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Data Engineering och Agila metoder · Week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LOGGING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Record this for every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0000"/>
            <a:ext cx="10800000" cy="4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44506B"/>
                </a:solidFill>
                <a:latin typeface="Calibri"/>
              </a:rPr>
              <a:t>•  Git SHA and feature version.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     Which code and feature definition did the run use?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44506B"/>
                </a:solidFill>
                <a:latin typeface="Calibri"/>
              </a:rPr>
              <a:t>•  Number of rows and date range.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     This helps you see if the model trained on the data you expected.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44506B"/>
                </a:solidFill>
                <a:latin typeface="Calibri"/>
              </a:rPr>
              <a:t>•  Metric, holdout period and baseline score.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     A metric needs the evaluation period and a comparison.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44506B"/>
                </a:solidFill>
                <a:latin typeface="Calibri"/>
              </a:rPr>
              <a:t>•  Whether the model was promoted.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     If not, record why. For example: challenger MAE 0.14, champion MAE 0.11.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44506B"/>
                </a:solidFill>
                <a:latin typeface="Calibri"/>
              </a:rPr>
              <a:t>•  Seed and library versions.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     They make it easier to investigate differences between runs.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KEEP THE ORDER OF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300000"/>
            <a:ext cx="11000000" cy="2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Split by time, never at random.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400000"/>
            <a:ext cx="1080000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A random split may let the model see Tuesday while predicting Monday. Use a later period for evaluation than for training. Features for a day may only use information available before that day starts.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IN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A training workflow, in the shape yours should take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50000"/>
            <a:ext cx="10800000" cy="38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00000" y="1580000"/>
            <a:ext cx="10400000" cy="3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>on: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>  schedule: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>    - cron: "0 4 * * 1"      # Mondays 04:00 UTC, weekly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>  workflow_dispatch:          # lets you start a run manually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>jobs: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>  train: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>    steps: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>      - uses: actions/checkout@v4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>      - uses: astral-sh/setup-uv@v8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>      - run: uv run python pipelines/run_train.py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>        env: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>          DATABASE_URL: ${{ secrets.DATABASE_URL }}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>          HF_TOKEN:     ${{ secrets.HF_TOKEN 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490000"/>
            <a:ext cx="108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This uses the same runner, secrets and uv setup as your ingestion workflow. The key addition is that run_train.py keeps the current model when the challenger loses.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FAILURE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How a training pipeline should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0000"/>
            <a:ext cx="10800000" cy="4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Too few rows: stop the run.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     Do not train a model from an empty or unexpectedly small query.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Challenger loses: finish the run, but do not promote it.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     This is a normal result. Record it clearly.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Upload fails: keep the current model.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     Do not change the API to a model version that does not exist.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Other errors: show the error and keep production unchanged.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     A failed training run should not stop yesterday's API from working.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This afternoon and this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0000"/>
            <a:ext cx="10800000" cy="4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13:45 — sprint review 1, then the retrospective.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     Working software first. The handout on Itslearning says what the fifteen minutes are for; read it before you walk in.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Friday 11/9 — cloud platform decision deadline.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     Own-data teams: data governance note.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Next Tuesday — ethics and regulation, then feature stores.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     The ethics block is direct input to the group presentation on the 17th, so do not miss it.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00000"/>
            <a:ext cx="1080000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Sprint 2 is planned Tuesday 15/9. Come to the retrospective with something you actually want changed.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